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Fashion-Insta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Cadrage Stratégique &amp; Opérationnel</a:t>
            </a:r>
          </a:p>
          <a:p>
            <a:r>
              <a:t>Présentation COMEX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5029200" cy="5029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0" y="18288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Vision Produit: L'IA au service du style</a:t>
            </a:r>
          </a:p>
          <a:p>
            <a:r>
              <a:t>Recommandations personnalisées &amp; Virtual Try-on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Rentabilité &amp; ROI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roi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7315200" cy="522514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Gestion des Risques (7D)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risk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7315200" cy="522514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Prêt pour le lancement du Sprint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